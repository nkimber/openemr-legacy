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  <p:sldMasterId id="2147484279" r:id="rId3"/>
  </p:sldMasterIdLst>
  <p:notesMasterIdLst>
    <p:notesMasterId r:id="rId6"/>
  </p:notesMasterIdLst>
  <p:handoutMasterIdLst>
    <p:handoutMasterId r:id="rId7"/>
  </p:handoutMasterIdLst>
  <p:sldIdLst>
    <p:sldId id="256" r:id="rId4"/>
    <p:sldId id="257" r:id="rId5"/>
  </p:sldIdLst>
  <p:sldSz cx="12192000" cy="6858000"/>
  <p:notesSz cx="6950075" cy="9236075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News Gothic MT" pitchFamily="1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News Gothic MT" pitchFamily="1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News Gothic MT" pitchFamily="1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News Gothic MT" pitchFamily="1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News Gothic MT" pitchFamily="1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News Gothic MT" pitchFamily="1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News Gothic MT" pitchFamily="1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News Gothic MT" pitchFamily="1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News Gothic MT" pitchFamily="1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h Fredlund" initials="" lastIdx="2" clrIdx="0"/>
  <p:cmAuthor id="2" name="Sarah Mathews" initials="SM" lastIdx="2" clrIdx="1">
    <p:extLst>
      <p:ext uri="{19B8F6BF-5375-455C-9EA6-DF929625EA0E}">
        <p15:presenceInfo xmlns:p15="http://schemas.microsoft.com/office/powerpoint/2012/main" userId="S-1-5-21-793444756-105012011-617630493-38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37E"/>
    <a:srgbClr val="1976CD"/>
    <a:srgbClr val="77777B"/>
    <a:srgbClr val="222A4C"/>
    <a:srgbClr val="872B3D"/>
    <a:srgbClr val="A2A9A6"/>
    <a:srgbClr val="9F958A"/>
    <a:srgbClr val="E0E0E0"/>
    <a:srgbClr val="F2F2F2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7" autoAdjust="0"/>
    <p:restoredTop sz="96196" autoAdjust="0"/>
  </p:normalViewPr>
  <p:slideViewPr>
    <p:cSldViewPr snapToGrid="0" snapToObjects="1">
      <p:cViewPr varScale="1">
        <p:scale>
          <a:sx n="98" d="100"/>
          <a:sy n="98" d="100"/>
        </p:scale>
        <p:origin x="652" y="3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3" d="100"/>
          <a:sy n="83" d="100"/>
        </p:scale>
        <p:origin x="243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Kimber" userId="3653bc4b-fc04-4d60-91af-7edd79a8bd2e" providerId="ADAL" clId="{EAB82E14-0473-4A64-8C8A-DC174E2704DD}"/>
    <pc:docChg chg="addSld">
      <pc:chgData name="Neil Kimber" userId="3653bc4b-fc04-4d60-91af-7edd79a8bd2e" providerId="ADAL" clId="{EAB82E14-0473-4A64-8C8A-DC174E2704DD}" dt="2024-10-28T23:54:24.770" v="0" actId="680"/>
      <pc:docMkLst>
        <pc:docMk/>
      </pc:docMkLst>
      <pc:sldChg chg="new">
        <pc:chgData name="Neil Kimber" userId="3653bc4b-fc04-4d60-91af-7edd79a8bd2e" providerId="ADAL" clId="{EAB82E14-0473-4A64-8C8A-DC174E2704DD}" dt="2024-10-28T23:54:24.770" v="0" actId="680"/>
        <pc:sldMkLst>
          <pc:docMk/>
          <pc:sldMk cId="1706328846" sldId="25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595" cy="463064"/>
          </a:xfrm>
          <a:prstGeom prst="rect">
            <a:avLst/>
          </a:prstGeom>
        </p:spPr>
        <p:txBody>
          <a:bodyPr vert="horz" lIns="92484" tIns="46242" rIns="92484" bIns="46242" rtlCol="0"/>
          <a:lstStyle>
            <a:lvl1pPr algn="l" eaLnBrk="1" hangingPunct="1">
              <a:defRPr sz="1200">
                <a:latin typeface="News Gothic MT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910" y="0"/>
            <a:ext cx="3011595" cy="463064"/>
          </a:xfrm>
          <a:prstGeom prst="rect">
            <a:avLst/>
          </a:prstGeom>
        </p:spPr>
        <p:txBody>
          <a:bodyPr vert="horz" lIns="92484" tIns="46242" rIns="92484" bIns="46242" rtlCol="0"/>
          <a:lstStyle>
            <a:lvl1pPr algn="r" eaLnBrk="1" hangingPunct="1">
              <a:defRPr sz="1200">
                <a:latin typeface="News Gothic MT" pitchFamily="2" charset="0"/>
              </a:defRPr>
            </a:lvl1pPr>
          </a:lstStyle>
          <a:p>
            <a:pPr>
              <a:defRPr/>
            </a:pPr>
            <a:fld id="{952410A2-EBCF-4EA1-9455-A849444C306D}" type="datetimeFigureOut">
              <a:rPr lang="en-US"/>
              <a:pPr>
                <a:defRPr/>
              </a:pPr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3012"/>
            <a:ext cx="3011595" cy="463064"/>
          </a:xfrm>
          <a:prstGeom prst="rect">
            <a:avLst/>
          </a:prstGeom>
        </p:spPr>
        <p:txBody>
          <a:bodyPr vert="horz" lIns="92484" tIns="46242" rIns="92484" bIns="46242" rtlCol="0" anchor="b"/>
          <a:lstStyle>
            <a:lvl1pPr algn="l" eaLnBrk="1" hangingPunct="1">
              <a:defRPr sz="1200">
                <a:latin typeface="News Gothic MT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910" y="8773012"/>
            <a:ext cx="3011595" cy="463064"/>
          </a:xfrm>
          <a:prstGeom prst="rect">
            <a:avLst/>
          </a:prstGeom>
        </p:spPr>
        <p:txBody>
          <a:bodyPr vert="horz" lIns="92484" tIns="46242" rIns="92484" bIns="46242" rtlCol="0" anchor="b"/>
          <a:lstStyle>
            <a:lvl1pPr algn="r" eaLnBrk="1" hangingPunct="1">
              <a:defRPr sz="1200">
                <a:latin typeface="News Gothic MT" pitchFamily="2" charset="0"/>
              </a:defRPr>
            </a:lvl1pPr>
          </a:lstStyle>
          <a:p>
            <a:pPr>
              <a:defRPr/>
            </a:pPr>
            <a:fld id="{F9797D9A-A84F-46D4-9DF0-97F435E7CE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595" cy="461489"/>
          </a:xfrm>
          <a:prstGeom prst="rect">
            <a:avLst/>
          </a:prstGeom>
        </p:spPr>
        <p:txBody>
          <a:bodyPr vert="horz" lIns="92484" tIns="46242" rIns="92484" bIns="46242" rtlCol="0"/>
          <a:lstStyle>
            <a:lvl1pPr algn="l" eaLnBrk="1" hangingPunct="1">
              <a:defRPr sz="1200">
                <a:latin typeface="News Gothic MT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910" y="0"/>
            <a:ext cx="3011595" cy="461489"/>
          </a:xfrm>
          <a:prstGeom prst="rect">
            <a:avLst/>
          </a:prstGeom>
        </p:spPr>
        <p:txBody>
          <a:bodyPr vert="horz" wrap="square" lIns="92484" tIns="46242" rIns="92484" bIns="4624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News Gothic MT" pitchFamily="2" charset="0"/>
              </a:defRPr>
            </a:lvl1pPr>
          </a:lstStyle>
          <a:p>
            <a:pPr>
              <a:defRPr/>
            </a:pPr>
            <a:fld id="{2BBCB68E-4B01-4E7A-968A-607EFB377A18}" type="datetimeFigureOut">
              <a:rPr lang="en-US" altLang="en-US"/>
              <a:pPr>
                <a:defRPr/>
              </a:pPr>
              <a:t>10/28/2024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3738"/>
            <a:ext cx="6153150" cy="34623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4" tIns="46242" rIns="92484" bIns="4624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4379" y="4386506"/>
            <a:ext cx="5561317" cy="4156548"/>
          </a:xfrm>
          <a:prstGeom prst="rect">
            <a:avLst/>
          </a:prstGeom>
        </p:spPr>
        <p:txBody>
          <a:bodyPr vert="horz" lIns="92484" tIns="46242" rIns="92484" bIns="46242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3011"/>
            <a:ext cx="3011595" cy="461489"/>
          </a:xfrm>
          <a:prstGeom prst="rect">
            <a:avLst/>
          </a:prstGeom>
        </p:spPr>
        <p:txBody>
          <a:bodyPr vert="horz" lIns="92484" tIns="46242" rIns="92484" bIns="46242" rtlCol="0" anchor="b"/>
          <a:lstStyle>
            <a:lvl1pPr algn="l" eaLnBrk="1" hangingPunct="1">
              <a:defRPr sz="1200">
                <a:latin typeface="News Gothic MT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910" y="8773011"/>
            <a:ext cx="3011595" cy="461489"/>
          </a:xfrm>
          <a:prstGeom prst="rect">
            <a:avLst/>
          </a:prstGeom>
        </p:spPr>
        <p:txBody>
          <a:bodyPr vert="horz" wrap="square" lIns="92484" tIns="46242" rIns="92484" bIns="4624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News Gothic MT" pitchFamily="2" charset="0"/>
              </a:defRPr>
            </a:lvl1pPr>
          </a:lstStyle>
          <a:p>
            <a:pPr>
              <a:defRPr/>
            </a:pPr>
            <a:fld id="{F53FD7F4-7EA5-41E0-B38D-8231160B3F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98463" y="693738"/>
            <a:ext cx="6153150" cy="346233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News Gothic MT" pitchFamily="1" charset="0"/>
                <a:ea typeface="MS PGothic" panose="020B0600070205080204" pitchFamily="34" charset="-128"/>
              </a:defRPr>
            </a:lvl1pPr>
            <a:lvl2pPr marL="736263" indent="-283178">
              <a:defRPr>
                <a:solidFill>
                  <a:schemeClr val="tx1"/>
                </a:solidFill>
                <a:latin typeface="News Gothic MT" pitchFamily="1" charset="0"/>
                <a:ea typeface="MS PGothic" panose="020B0600070205080204" pitchFamily="34" charset="-128"/>
              </a:defRPr>
            </a:lvl2pPr>
            <a:lvl3pPr marL="1132713" indent="-226543">
              <a:defRPr>
                <a:solidFill>
                  <a:schemeClr val="tx1"/>
                </a:solidFill>
                <a:latin typeface="News Gothic MT" pitchFamily="1" charset="0"/>
                <a:ea typeface="MS PGothic" panose="020B0600070205080204" pitchFamily="34" charset="-128"/>
              </a:defRPr>
            </a:lvl3pPr>
            <a:lvl4pPr marL="1585798" indent="-226543">
              <a:defRPr>
                <a:solidFill>
                  <a:schemeClr val="tx1"/>
                </a:solidFill>
                <a:latin typeface="News Gothic MT" pitchFamily="1" charset="0"/>
                <a:ea typeface="MS PGothic" panose="020B0600070205080204" pitchFamily="34" charset="-128"/>
              </a:defRPr>
            </a:lvl4pPr>
            <a:lvl5pPr marL="2038883" indent="-226543">
              <a:defRPr>
                <a:solidFill>
                  <a:schemeClr val="tx1"/>
                </a:solidFill>
                <a:latin typeface="News Gothic MT" pitchFamily="1" charset="0"/>
                <a:ea typeface="MS PGothic" panose="020B0600070205080204" pitchFamily="34" charset="-128"/>
              </a:defRPr>
            </a:lvl5pPr>
            <a:lvl6pPr marL="2491969" indent="-226543" defTabSz="4530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ews Gothic MT" pitchFamily="1" charset="0"/>
                <a:ea typeface="MS PGothic" panose="020B0600070205080204" pitchFamily="34" charset="-128"/>
              </a:defRPr>
            </a:lvl6pPr>
            <a:lvl7pPr marL="2945054" indent="-226543" defTabSz="4530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ews Gothic MT" pitchFamily="1" charset="0"/>
                <a:ea typeface="MS PGothic" panose="020B0600070205080204" pitchFamily="34" charset="-128"/>
              </a:defRPr>
            </a:lvl7pPr>
            <a:lvl8pPr marL="3398139" indent="-226543" defTabSz="4530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ews Gothic MT" pitchFamily="1" charset="0"/>
                <a:ea typeface="MS PGothic" panose="020B0600070205080204" pitchFamily="34" charset="-128"/>
              </a:defRPr>
            </a:lvl8pPr>
            <a:lvl9pPr marL="3851224" indent="-226543" defTabSz="4530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ews Gothic MT" pitchFamily="1" charset="0"/>
                <a:ea typeface="MS PGothic" panose="020B0600070205080204" pitchFamily="34" charset="-128"/>
              </a:defRPr>
            </a:lvl9pPr>
          </a:lstStyle>
          <a:p>
            <a:fld id="{EB86B429-9E32-4032-A704-9FD0390953B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16450"/>
            <a:ext cx="121920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215" y="1873250"/>
            <a:ext cx="3804139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51" y="4656708"/>
            <a:ext cx="8068781" cy="6454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400" b="0" i="0">
                <a:solidFill>
                  <a:schemeClr val="bg1"/>
                </a:solidFill>
                <a:latin typeface="Times"/>
                <a:cs typeface="Time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51" y="5413055"/>
            <a:ext cx="8534400" cy="6875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1" spc="100">
                <a:solidFill>
                  <a:srgbClr val="B8B7B7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447597" y="5060393"/>
            <a:ext cx="2378275" cy="3663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rgbClr val="B8B7B7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20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16450"/>
            <a:ext cx="121920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51" y="4656708"/>
            <a:ext cx="8068781" cy="6454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400" b="0" i="0">
                <a:solidFill>
                  <a:schemeClr val="bg1"/>
                </a:solidFill>
                <a:latin typeface="Times"/>
                <a:cs typeface="Time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51" y="5413055"/>
            <a:ext cx="8534400" cy="6875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1" spc="100">
                <a:solidFill>
                  <a:srgbClr val="B8B7B7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447597" y="5060393"/>
            <a:ext cx="2378275" cy="3663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rgbClr val="B8B7B7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34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2350"/>
            <a:ext cx="12192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5067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6708" y="6102350"/>
            <a:ext cx="136573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9342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300" b="0" i="0">
                <a:solidFill>
                  <a:srgbClr val="121C40"/>
                </a:solidFill>
                <a:latin typeface="Times"/>
                <a:cs typeface="Time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52144"/>
            <a:ext cx="10972800" cy="6949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rgbClr val="646567"/>
                </a:solidFill>
              </a:defRPr>
            </a:lvl1pPr>
            <a:lvl2pPr marL="457200" indent="0" algn="l">
              <a:buNone/>
              <a:defRPr sz="1600">
                <a:solidFill>
                  <a:srgbClr val="646567"/>
                </a:solidFill>
              </a:defRPr>
            </a:lvl2pPr>
            <a:lvl3pPr marL="914400" indent="0" algn="l">
              <a:buNone/>
              <a:defRPr sz="1600">
                <a:solidFill>
                  <a:srgbClr val="646567"/>
                </a:solidFill>
              </a:defRPr>
            </a:lvl3pPr>
            <a:lvl4pPr marL="1371600" indent="0" algn="l">
              <a:buNone/>
              <a:defRPr sz="1600">
                <a:solidFill>
                  <a:srgbClr val="646567"/>
                </a:solidFill>
              </a:defRPr>
            </a:lvl4pPr>
            <a:lvl5pPr marL="1828800" indent="0" algn="l">
              <a:buNone/>
              <a:defRPr sz="1600">
                <a:solidFill>
                  <a:srgbClr val="646567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-1204383" y="6173789"/>
            <a:ext cx="2844801" cy="365125"/>
          </a:xfrm>
          <a:prstGeom prst="rect">
            <a:avLst/>
          </a:prstGeom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A9836FBF-65FB-4FE0-A2A8-05E73935C00C}" type="slidenum">
              <a:rPr lang="en-US" altLang="en-US" sz="1600" smtClean="0">
                <a:solidFill>
                  <a:srgbClr val="B8B7B7"/>
                </a:solidFill>
              </a:rPr>
              <a:pPr algn="r" eaLnBrk="1" hangingPunct="1">
                <a:defRPr/>
              </a:pPr>
              <a:t>‹#›</a:t>
            </a:fld>
            <a:endParaRPr lang="en-US" altLang="en-US" sz="1600" dirty="0">
              <a:solidFill>
                <a:srgbClr val="B8B7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6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2350"/>
            <a:ext cx="12192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5067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9342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300" b="0" i="0">
                <a:solidFill>
                  <a:srgbClr val="121C40"/>
                </a:solidFill>
                <a:latin typeface="Times"/>
                <a:cs typeface="Time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52144"/>
            <a:ext cx="10972800" cy="6949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rgbClr val="646567"/>
                </a:solidFill>
              </a:defRPr>
            </a:lvl1pPr>
            <a:lvl2pPr marL="457200" indent="0" algn="l">
              <a:buNone/>
              <a:defRPr sz="1600">
                <a:solidFill>
                  <a:srgbClr val="646567"/>
                </a:solidFill>
              </a:defRPr>
            </a:lvl2pPr>
            <a:lvl3pPr marL="914400" indent="0" algn="l">
              <a:buNone/>
              <a:defRPr sz="1600">
                <a:solidFill>
                  <a:srgbClr val="646567"/>
                </a:solidFill>
              </a:defRPr>
            </a:lvl3pPr>
            <a:lvl4pPr marL="1371600" indent="0" algn="l">
              <a:buNone/>
              <a:defRPr sz="1600">
                <a:solidFill>
                  <a:srgbClr val="646567"/>
                </a:solidFill>
              </a:defRPr>
            </a:lvl4pPr>
            <a:lvl5pPr marL="1828800" indent="0" algn="l">
              <a:buNone/>
              <a:defRPr sz="1600">
                <a:solidFill>
                  <a:srgbClr val="646567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-1204383" y="6173789"/>
            <a:ext cx="2844801" cy="365125"/>
          </a:xfrm>
          <a:prstGeom prst="rect">
            <a:avLst/>
          </a:prstGeom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A9836FBF-65FB-4FE0-A2A8-05E73935C00C}" type="slidenum">
              <a:rPr lang="en-US" altLang="en-US" sz="1600" smtClean="0">
                <a:solidFill>
                  <a:srgbClr val="B8B7B7"/>
                </a:solidFill>
              </a:rPr>
              <a:pPr algn="r" eaLnBrk="1" hangingPunct="1">
                <a:defRPr/>
              </a:pPr>
              <a:t>‹#›</a:t>
            </a:fld>
            <a:endParaRPr lang="en-US" altLang="en-US" sz="1600" dirty="0">
              <a:solidFill>
                <a:srgbClr val="B8B7B7"/>
              </a:solidFill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EE90E5D-DE50-4797-BCFF-B1A02FF1B5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6708" y="6102350"/>
            <a:ext cx="136573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76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2350"/>
            <a:ext cx="12192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5067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9342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300" b="0" i="0">
                <a:solidFill>
                  <a:srgbClr val="121C40"/>
                </a:solidFill>
                <a:latin typeface="Times"/>
                <a:cs typeface="Time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52145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rgbClr val="646567"/>
                </a:solidFill>
              </a:defRPr>
            </a:lvl1pPr>
            <a:lvl2pPr marL="457200" indent="0" algn="l">
              <a:buNone/>
              <a:defRPr sz="1600">
                <a:solidFill>
                  <a:srgbClr val="646567"/>
                </a:solidFill>
              </a:defRPr>
            </a:lvl2pPr>
            <a:lvl3pPr marL="914400" indent="0" algn="l">
              <a:buNone/>
              <a:defRPr sz="1600">
                <a:solidFill>
                  <a:srgbClr val="646567"/>
                </a:solidFill>
              </a:defRPr>
            </a:lvl3pPr>
            <a:lvl4pPr marL="1371600" indent="0" algn="l">
              <a:buNone/>
              <a:defRPr sz="1600">
                <a:solidFill>
                  <a:srgbClr val="646567"/>
                </a:solidFill>
              </a:defRPr>
            </a:lvl4pPr>
            <a:lvl5pPr marL="1828800" indent="0" algn="l">
              <a:buNone/>
              <a:defRPr sz="1600">
                <a:solidFill>
                  <a:srgbClr val="64656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-1204383" y="6173789"/>
            <a:ext cx="2844801" cy="365125"/>
          </a:xfrm>
          <a:prstGeom prst="rect">
            <a:avLst/>
          </a:prstGeom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A9836FBF-65FB-4FE0-A2A8-05E73935C00C}" type="slidenum">
              <a:rPr lang="en-US" altLang="en-US" sz="1600" smtClean="0">
                <a:solidFill>
                  <a:srgbClr val="B8B7B7"/>
                </a:solidFill>
              </a:rPr>
              <a:pPr algn="r" eaLnBrk="1" hangingPunct="1">
                <a:defRPr/>
              </a:pPr>
              <a:t>‹#›</a:t>
            </a:fld>
            <a:endParaRPr lang="en-US" altLang="en-US" sz="1600" dirty="0">
              <a:solidFill>
                <a:srgbClr val="B8B7B7"/>
              </a:solidFill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29506A0D-C888-4536-A4D9-B845FA5DCB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6708" y="6102350"/>
            <a:ext cx="136573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389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2350"/>
            <a:ext cx="12192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5067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9342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300" b="0" i="0">
                <a:solidFill>
                  <a:srgbClr val="121C40"/>
                </a:solidFill>
                <a:latin typeface="Times"/>
                <a:cs typeface="Time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751417" y="1303339"/>
            <a:ext cx="2286000" cy="21748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3037418" y="1290638"/>
            <a:ext cx="8621183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7" name="Straight Connector 16"/>
          <p:cNvCxnSpPr>
            <a:cxnSpLocks/>
          </p:cNvCxnSpPr>
          <p:nvPr userDrawn="1"/>
        </p:nvCxnSpPr>
        <p:spPr>
          <a:xfrm>
            <a:off x="751418" y="3583725"/>
            <a:ext cx="10830983" cy="0"/>
          </a:xfrm>
          <a:prstGeom prst="line">
            <a:avLst/>
          </a:prstGeom>
          <a:ln w="9525" cmpd="sng">
            <a:solidFill>
              <a:srgbClr val="646567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51417" y="3702844"/>
            <a:ext cx="2286000" cy="21748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3037418" y="3696493"/>
            <a:ext cx="8621183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-1204383" y="6173789"/>
            <a:ext cx="2844801" cy="365125"/>
          </a:xfrm>
          <a:prstGeom prst="rect">
            <a:avLst/>
          </a:prstGeom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A9836FBF-65FB-4FE0-A2A8-05E73935C00C}" type="slidenum">
              <a:rPr lang="en-US" altLang="en-US" sz="1600" smtClean="0">
                <a:solidFill>
                  <a:srgbClr val="B8B7B7"/>
                </a:solidFill>
              </a:rPr>
              <a:pPr algn="r" eaLnBrk="1" hangingPunct="1">
                <a:defRPr/>
              </a:pPr>
              <a:t>‹#›</a:t>
            </a:fld>
            <a:endParaRPr lang="en-US" altLang="en-US" sz="1600" dirty="0">
              <a:solidFill>
                <a:srgbClr val="B8B7B7"/>
              </a:solidFill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22D4B88C-FC74-4B28-AB0B-93242BD3CA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6708" y="6102350"/>
            <a:ext cx="136573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3805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2350"/>
            <a:ext cx="12192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5067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9342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300" b="0" i="0">
                <a:solidFill>
                  <a:srgbClr val="121C40"/>
                </a:solidFill>
                <a:latin typeface="Times"/>
                <a:cs typeface="Time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04023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rgbClr val="646567"/>
                </a:solidFill>
              </a:defRPr>
            </a:lvl1pPr>
            <a:lvl2pPr marL="457200" indent="0" algn="l">
              <a:buNone/>
              <a:defRPr sz="1600">
                <a:solidFill>
                  <a:srgbClr val="646567"/>
                </a:solidFill>
              </a:defRPr>
            </a:lvl2pPr>
            <a:lvl3pPr marL="914400" indent="0" algn="l">
              <a:buNone/>
              <a:defRPr sz="1600">
                <a:solidFill>
                  <a:srgbClr val="646567"/>
                </a:solidFill>
              </a:defRPr>
            </a:lvl3pPr>
            <a:lvl4pPr marL="1371600" indent="0" algn="l">
              <a:buNone/>
              <a:defRPr sz="1600">
                <a:solidFill>
                  <a:srgbClr val="646567"/>
                </a:solidFill>
              </a:defRPr>
            </a:lvl4pPr>
            <a:lvl5pPr marL="1828800" indent="0" algn="l">
              <a:buNone/>
              <a:defRPr sz="1600">
                <a:solidFill>
                  <a:srgbClr val="64656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-1204383" y="6173789"/>
            <a:ext cx="2844801" cy="365125"/>
          </a:xfrm>
          <a:prstGeom prst="rect">
            <a:avLst/>
          </a:prstGeom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News Gothic MT" pitchFamily="2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A9836FBF-65FB-4FE0-A2A8-05E73935C00C}" type="slidenum">
              <a:rPr lang="en-US" altLang="en-US" sz="1600" smtClean="0">
                <a:solidFill>
                  <a:srgbClr val="B8B7B7"/>
                </a:solidFill>
              </a:rPr>
              <a:pPr algn="r" eaLnBrk="1" hangingPunct="1">
                <a:defRPr/>
              </a:pPr>
              <a:t>‹#›</a:t>
            </a:fld>
            <a:endParaRPr lang="en-US" altLang="en-US" sz="1600" dirty="0">
              <a:solidFill>
                <a:srgbClr val="B8B7B7"/>
              </a:solidFill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0A76D2F9-4588-4A19-A502-43525DDA5B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6708" y="6102350"/>
            <a:ext cx="136573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1234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81" r:id="rId4"/>
    <p:sldLayoutId id="2147484278" r:id="rId5"/>
    <p:sldLayoutId id="2147484277" r:id="rId6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5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0" r:id="rId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ews Gothic MT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ctrTitle"/>
          </p:nvPr>
        </p:nvSpPr>
        <p:spPr bwMode="auto">
          <a:xfrm>
            <a:off x="1958975" y="4656138"/>
            <a:ext cx="6051550" cy="6461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dirty="0"/>
              <a:t>Presentation Title goes here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596B89D-9C78-4C71-ABA7-70C43959D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5B627D-053F-4C8E-81E2-78954324E3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custDataLst>
      <p:custData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A55A4-3FEE-ABB5-4B3E-9EDD1F41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A63BA-F470-8588-A037-B2605338A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28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KKR">
      <a:majorFont>
        <a:latin typeface="Times New Roman"/>
        <a:ea typeface=""/>
        <a:cs typeface=""/>
      </a:majorFont>
      <a:minorFont>
        <a:latin typeface="News Gothic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NeilKimber_Info_NeilNotesXML>
  <Text/>
</NeilKimber_Info_NeilNotesXML>
</file>

<file path=customXml/itemProps1.xml><?xml version="1.0" encoding="utf-8"?>
<ds:datastoreItem xmlns:ds="http://schemas.openxmlformats.org/officeDocument/2006/customXml" ds:itemID="{3913E165-8902-49E5-9AA1-70BEB27D17D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40816</TotalTime>
  <Words>5</Words>
  <Application>Microsoft Office PowerPoint</Application>
  <PresentationFormat>Widescreen</PresentationFormat>
  <Paragraphs>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News Gothic MT</vt:lpstr>
      <vt:lpstr>Times</vt:lpstr>
      <vt:lpstr>Office Theme</vt:lpstr>
      <vt:lpstr>1_Office Theme</vt:lpstr>
      <vt:lpstr>Presentation Title goes here</vt:lpstr>
      <vt:lpstr>PowerPoint Presentation</vt:lpstr>
    </vt:vector>
  </TitlesOfParts>
  <Company>Object 9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Neil Kimber</dc:creator>
  <cp:lastModifiedBy>Neil Kimber</cp:lastModifiedBy>
  <cp:revision>942</cp:revision>
  <cp:lastPrinted>2019-09-27T19:11:58Z</cp:lastPrinted>
  <dcterms:created xsi:type="dcterms:W3CDTF">2016-05-24T14:15:58Z</dcterms:created>
  <dcterms:modified xsi:type="dcterms:W3CDTF">2024-10-28T23:54:30Z</dcterms:modified>
</cp:coreProperties>
</file>